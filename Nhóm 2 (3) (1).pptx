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2" r:id="rId1"/>
  </p:sldMasterIdLst>
  <p:notesMasterIdLst>
    <p:notesMasterId r:id="rId19"/>
  </p:notesMasterIdLst>
  <p:sldIdLst>
    <p:sldId id="256" r:id="rId2"/>
    <p:sldId id="287" r:id="rId3"/>
    <p:sldId id="258" r:id="rId4"/>
    <p:sldId id="259" r:id="rId5"/>
    <p:sldId id="288" r:id="rId6"/>
    <p:sldId id="289" r:id="rId7"/>
    <p:sldId id="294" r:id="rId8"/>
    <p:sldId id="295" r:id="rId9"/>
    <p:sldId id="296" r:id="rId10"/>
    <p:sldId id="283" r:id="rId11"/>
    <p:sldId id="290" r:id="rId12"/>
    <p:sldId id="293" r:id="rId13"/>
    <p:sldId id="291" r:id="rId14"/>
    <p:sldId id="292" r:id="rId15"/>
    <p:sldId id="277" r:id="rId16"/>
    <p:sldId id="279" r:id="rId17"/>
    <p:sldId id="285" r:id="rId1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1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8CE20-CD90-44C1-97D9-EB85EF7FBA6B}" v="3" dt="2026-05-11T02:18:31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16" autoAdjust="0"/>
  </p:normalViewPr>
  <p:slideViewPr>
    <p:cSldViewPr>
      <p:cViewPr varScale="1">
        <p:scale>
          <a:sx n="71" d="100"/>
          <a:sy n="71" d="100"/>
        </p:scale>
        <p:origin x="1109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33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nguyen" userId="a9827833959868f0" providerId="Windows Live" clId="Web-{C378CE20-CD90-44C1-97D9-EB85EF7FBA6B}"/>
    <pc:docChg chg="addSld delSld">
      <pc:chgData name="an nguyen" userId="a9827833959868f0" providerId="Windows Live" clId="Web-{C378CE20-CD90-44C1-97D9-EB85EF7FBA6B}" dt="2026-05-11T02:18:31.634" v="2"/>
      <pc:docMkLst>
        <pc:docMk/>
      </pc:docMkLst>
      <pc:sldChg chg="add del">
        <pc:chgData name="an nguyen" userId="a9827833959868f0" providerId="Windows Live" clId="Web-{C378CE20-CD90-44C1-97D9-EB85EF7FBA6B}" dt="2026-05-11T02:18:31.634" v="2"/>
        <pc:sldMkLst>
          <pc:docMk/>
          <pc:sldMk cId="36313833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578511-259A-4415-9B11-C37DE680FC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A17D92D-A6EA-45B1-BE52-60ACA9996F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DB843CD-132F-443F-B478-9FEA03B7FA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A787416-AE99-4256-BC5C-032748FF1B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333C289-0147-4090-B5A9-DE8BF832F1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23FAAE4-D872-460C-90DD-13EC004FB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B627EFA-531F-4513-A52E-2E4D3AA1D37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DF8B83DB-1A1E-4128-AA40-6938CA9BA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69D958D-7E1F-4C97-8D78-3CFEB04C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86C399C-C064-4F11-8004-9A18F8A33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CF1280-4F54-4D0F-91A9-20CCA921349D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DF8B83DB-1A1E-4128-AA40-6938CA9BA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69D958D-7E1F-4C97-8D78-3CFEB04C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86C399C-C064-4F11-8004-9A18F8A33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CF1280-4F54-4D0F-91A9-20CCA921349D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25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DF8B83DB-1A1E-4128-AA40-6938CA9BA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69D958D-7E1F-4C97-8D78-3CFEB04C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86C399C-C064-4F11-8004-9A18F8A33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CF1280-4F54-4D0F-91A9-20CCA921349D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272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DF8B83DB-1A1E-4128-AA40-6938CA9BA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C69D958D-7E1F-4C97-8D78-3CFEB04C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86C399C-C064-4F11-8004-9A18F8A33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CF1280-4F54-4D0F-91A9-20CCA921349D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98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3329-12AD-3CC9-9801-6E0952EB7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928D1-4BE9-BD07-A8F3-091446E9B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9C184-BCCB-08A5-6464-EF550FE8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CBFB6-6547-4CB1-E511-6A3B9F9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7E1D-1BCB-CE98-8A04-ACFA6FFF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81688331-8EAB-377B-7794-065A5F6983F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6" y="333337"/>
            <a:ext cx="2253016" cy="64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9154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0503-7801-0CEF-5313-4B79709C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605"/>
            <a:ext cx="10515600" cy="64308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1C79-270B-9E84-21FF-FC47D521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4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08E38-7888-EB41-D3FD-E82DEEDB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A93A-CAF6-710E-CD37-69A7F172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41CB-FED9-3D78-9FA5-4FE15DF7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5FA91E1D-84ED-4233-9ADF-C17D3D636D4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4BE1B-77D5-4C3C-E7C0-12C7F4C8853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9DF21CC-7EC9-1FCF-120A-5DC5175418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6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8ABD-EA75-76B5-021F-FAF72FF8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15464"/>
            <a:ext cx="10515600" cy="2613025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2207-CCCC-3677-44C1-961D1486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72764"/>
            <a:ext cx="10515600" cy="1769772"/>
          </a:xfrm>
        </p:spPr>
        <p:txBody>
          <a:bodyPr/>
          <a:lstStyle>
            <a:lvl1pPr marL="0" indent="0">
              <a:buNone/>
              <a:defRPr sz="2400">
                <a:solidFill>
                  <a:srgbClr val="1538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A212A-1BA5-B849-530E-AB24C18B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B57C-201B-BCB2-6D07-240B26FC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3520D-CEEB-3339-FD66-7EB523F7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AB74912E-6C16-4F89-A7CA-4E9F13C78FC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99D7A1C-EEC8-B25A-8089-83F0A88493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D6E9A-FF30-B81E-1CEB-E9EB7DB9BD8D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C732-6F54-1C9D-FA88-345AFBF3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4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234D-CD0A-F7C1-8DBD-24856D42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69009-A193-8353-9F98-D13550C0E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9F0AF-6A53-2336-DCBA-AC9765ED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3090A-E80D-E0E2-D357-82461085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27E4A-94A5-E002-2A01-D7B6D071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A9B39B0A-39BA-4011-9638-A033F28DF1F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38DF0-1DF7-55D1-368C-20E60764D50F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4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2F32-0989-CC83-F12B-E79F851D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15818"/>
            <a:ext cx="10515600" cy="974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ECCB-F134-4F2A-710C-3545D52A8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0ECA3-B67F-D989-159C-E941DF216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66464-A730-81CD-7277-0E050619A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96402-A6CD-3A2F-A443-4D50501BA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57140-E587-1196-BFA9-555DB7B5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9F2F3-2594-A8ED-2D63-F56D8B59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D92BB-7CAB-0C5A-D84E-4B83605D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2F4E31E1-A4A3-4D7A-888E-0992AA858D1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6FDB6-CC22-87DB-1386-66EA1D614247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0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1584-1668-8245-A72C-22AD5579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903"/>
            <a:ext cx="10515600" cy="8627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68BA5-22E3-8702-5B32-F6A051A4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1F23-EBAC-0085-24D0-301679DC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6419"/>
            <a:ext cx="41148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708-8F72-81F8-6F21-E040DFE8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6" name="Picture 5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37E83500-897F-C483-465A-CFE22D8C18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55" y="135018"/>
            <a:ext cx="1827489" cy="52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2509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52C8A-AB99-2960-8460-ECA4563C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BF59D-270E-A4A4-EC95-90D89DAC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E6D90-6012-B11A-1E9F-15523E81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302478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CF10-8FDB-25C6-C977-A2D3783C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599F-915A-7BF1-AA24-82B67C9B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73670-68A1-7B2E-A704-FBF29750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1C8B7-0056-DADF-EBCC-D7C34FE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89D1-E0AE-79C4-3720-71FE69B1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570F2-3286-BFCC-E23D-9A662C76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39C514-EDFD-BA61-6DE9-2912A0859D8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28682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5F8D-08D0-CEC7-8FDD-6C28309E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72EF4-C6ED-DA53-EB88-4035D1213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B85B-B625-788A-E411-6E61CAEC4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1AD7C-8DC3-023A-AAEF-64762DA5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1E23-D432-5555-4464-4F21C14E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01AA-7DA1-9D0D-311E-97DCBC1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7F5FB-9867-827C-5865-C05ABA1B9DA1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78273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1310-7263-A0F0-7E5F-6C9F6D0F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86D83-79BB-0D15-4734-C6FD0412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043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FA15-EDA9-CB89-3684-0630FBD9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CF86F-DD53-E80A-166B-A19F955F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0A3-557C-D46E-28F0-6E67203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40631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63EB6-40D1-3CD2-2BDD-FF1340FCE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5479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B6016-EBDE-559A-3946-A1B0F396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479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BE942-8071-ADCF-1054-E6982B98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F0A8A-0F39-2EB5-0CE5-19BF9D0A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33EC-96CD-4EF4-56C9-27C91DE5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640330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3EE6-12D5-4EA1-FE5B-D3CEB57C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3227"/>
            <a:ext cx="514247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8AB10-94C8-57BF-4111-583D4667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3B493-9469-A0D9-8508-9985A8F8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E3ABF-5BA3-B4DA-B2F3-35CE40D4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F81D8CC6-65DA-88CE-976B-C090996F27F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4136" y="333337"/>
            <a:ext cx="3301388" cy="9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95237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2B781-B10D-132F-4825-91114ACC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A164-0729-7C58-E467-C284317D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7F926-D0F9-BEC5-EAD9-CEF03F20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953362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11811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C6E59-C27C-3F67-A6A0-26E79B30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4D0C-2025-1CE4-B5B6-5EDACB94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10F2-1C82-8C19-DF26-F7277622F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fld id="{6D9905D8-D69B-4B74-90E4-2B37D3634F6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432B-12A8-B4CB-17C4-CC522D997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2B41-1872-9DF2-D9BE-56D9242DA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50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53898"/>
          </a:solidFill>
          <a:latin typeface="Bai Jamjuree" pitchFamily="2" charset="-34"/>
          <a:ea typeface="SF Pro Display" panose="02000000000000000000" pitchFamily="2" charset="0"/>
          <a:cs typeface="Bai Jamjuree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C27A37-8BEC-4985-86CC-69EBF559A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8200"/>
            <a:ext cx="9144000" cy="1655762"/>
          </a:xfrm>
        </p:spPr>
        <p:txBody>
          <a:bodyPr/>
          <a:lstStyle/>
          <a:p>
            <a:r>
              <a:rPr lang="en-US" i="1" dirty="0"/>
              <a:t>Thành </a:t>
            </a:r>
            <a:r>
              <a:rPr lang="en-US" i="1" dirty="0" err="1"/>
              <a:t>phố</a:t>
            </a:r>
            <a:r>
              <a:rPr lang="en-US" i="1" dirty="0"/>
              <a:t> </a:t>
            </a:r>
            <a:r>
              <a:rPr lang="en-US" i="1" dirty="0" err="1"/>
              <a:t>Hồ</a:t>
            </a:r>
            <a:r>
              <a:rPr lang="en-US" i="1" dirty="0"/>
              <a:t> Chí Minh, </a:t>
            </a:r>
            <a:r>
              <a:rPr lang="en-US" i="1" dirty="0" err="1"/>
              <a:t>ngày</a:t>
            </a:r>
            <a:r>
              <a:rPr lang="vi-VN" i="1" dirty="0"/>
              <a:t> 3</a:t>
            </a:r>
            <a:r>
              <a:rPr lang="en-US" i="1" dirty="0"/>
              <a:t> </a:t>
            </a:r>
            <a:r>
              <a:rPr lang="en-US" i="1" dirty="0" err="1"/>
              <a:t>tháng</a:t>
            </a:r>
            <a:r>
              <a:rPr lang="vi-VN" i="1" dirty="0"/>
              <a:t> 4</a:t>
            </a:r>
            <a:r>
              <a:rPr lang="en-US" i="1" dirty="0"/>
              <a:t> </a:t>
            </a:r>
            <a:r>
              <a:rPr lang="en-US" i="1" dirty="0" err="1"/>
              <a:t>năm</a:t>
            </a:r>
            <a:r>
              <a:rPr lang="en-US" i="1" dirty="0"/>
              <a:t>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7BF610-356E-45B3-9003-9C1A30FD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>
            <a:normAutofit/>
          </a:bodyPr>
          <a:lstStyle/>
          <a:p>
            <a:r>
              <a:rPr lang="vi-VN" dirty="0">
                <a:latin typeface="+mj-lt"/>
              </a:rPr>
              <a:t>Báo cáo môn hoc </a:t>
            </a:r>
            <a:br>
              <a:rPr lang="vi-VN" dirty="0">
                <a:latin typeface="+mj-lt"/>
              </a:rPr>
            </a:br>
            <a:r>
              <a:rPr lang="vi-VN" sz="5400" dirty="0">
                <a:latin typeface="+mj-lt"/>
              </a:rPr>
              <a:t>Hệ thống và công nghệ web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C27A37-8BEC-4985-86CC-69EBF559A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3400"/>
            <a:ext cx="9144000" cy="22098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Nhóm</a:t>
            </a:r>
            <a:r>
              <a:rPr lang="en-US" dirty="0"/>
              <a:t> [</a:t>
            </a:r>
            <a:r>
              <a:rPr lang="vi-VN" dirty="0"/>
              <a:t>2</a:t>
            </a:r>
            <a:r>
              <a:rPr lang="en-US" dirty="0"/>
              <a:t>]</a:t>
            </a:r>
            <a:endParaRPr lang="vi-VN" dirty="0"/>
          </a:p>
          <a:p>
            <a:r>
              <a:rPr lang="en-US" dirty="0"/>
              <a:t>1.</a:t>
            </a:r>
            <a:r>
              <a:rPr lang="vi-VN" dirty="0"/>
              <a:t>Nguyễn Đức Ân : </a:t>
            </a:r>
            <a:r>
              <a:rPr lang="en-US" dirty="0"/>
              <a:t>24656261</a:t>
            </a:r>
          </a:p>
          <a:p>
            <a:r>
              <a:rPr lang="en-US" dirty="0"/>
              <a:t>2.</a:t>
            </a:r>
            <a:r>
              <a:rPr lang="vi-VN" dirty="0"/>
              <a:t> Phạm Quang Trường : 23692461</a:t>
            </a:r>
            <a:endParaRPr lang="en-US" dirty="0"/>
          </a:p>
          <a:p>
            <a:r>
              <a:rPr lang="en-US" dirty="0"/>
              <a:t>3.</a:t>
            </a:r>
            <a:r>
              <a:rPr lang="vi-VN" dirty="0"/>
              <a:t>Phạm Thái Hoàng : 24669931</a:t>
            </a:r>
            <a:endParaRPr lang="en-US" dirty="0"/>
          </a:p>
          <a:p>
            <a:r>
              <a:rPr lang="en-US" dirty="0"/>
              <a:t>4.</a:t>
            </a:r>
            <a:r>
              <a:rPr lang="vi-VN" dirty="0"/>
              <a:t>Hạ Trần Thiên </a:t>
            </a:r>
            <a:r>
              <a:rPr lang="vi-VN"/>
              <a:t>Ân : </a:t>
            </a:r>
            <a:r>
              <a:rPr lang="en-US"/>
              <a:t>24678261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7BF610-356E-45B3-9003-9C1A30FD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295400"/>
            <a:ext cx="10134599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TÀI: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giới thiệu bán vật phẩm phong thủy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47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D48C3F43-4AE6-4484-8161-D10156EE5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lIns="182880" tIns="91440" rIns="91440" bIns="45720" rtlCol="0">
            <a:normAutofit fontScale="77500" lnSpcReduction="20000"/>
          </a:bodyPr>
          <a:lstStyle/>
          <a:p>
            <a:pPr marL="514350" indent="-5143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ấn đề thực tiễn: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Nhu cầu mua đồ phong thủy trực tuyến tăng mạnh, nhưng các website hiện tại chưa hỗ trợ tốt người dùng tra cứu ý nghĩa vật phẩm và sự phù hợp với cung mệnh.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2800" dirty="0"/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57725-51EA-41BF-B5BE-6BD669F5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860EEF5-6B72-B192-4639-EE9F5D417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784" y="1825625"/>
            <a:ext cx="8064431" cy="398462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A99AA3-30C5-4F9A-B5CB-9B62C087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1.Giao diện (Đăng Nhập)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542582-6EC5-A347-4EF1-8DC85F15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F424ED-637A-5C41-8392-B66A6C7E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2.Giao diện (Đăng ký)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3AC4914-F889-EA95-42A4-0C39D9E8F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274" y="1825625"/>
            <a:ext cx="8051452" cy="3984625"/>
          </a:xfrm>
        </p:spPr>
      </p:pic>
    </p:spTree>
    <p:extLst>
      <p:ext uri="{BB962C8B-B14F-4D97-AF65-F5344CB8AC3E}">
        <p14:creationId xmlns:p14="http://schemas.microsoft.com/office/powerpoint/2010/main" val="372615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BA2B03E-7664-BB68-0C58-8D58CC16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3164EC-C9C8-314B-74B5-AC30253C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3.Giao diện (Trang chủ)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386324-08A4-6CB5-879E-DB1C447F5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32" y="1825625"/>
            <a:ext cx="8007936" cy="3984625"/>
          </a:xfrm>
        </p:spPr>
      </p:pic>
    </p:spTree>
    <p:extLst>
      <p:ext uri="{BB962C8B-B14F-4D97-AF65-F5344CB8AC3E}">
        <p14:creationId xmlns:p14="http://schemas.microsoft.com/office/powerpoint/2010/main" val="413464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E559797-EA72-9269-D187-2497E3E5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3A67B9-1178-AA67-F02D-8FA8103A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4.Lọc sản phẩm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EE3284-01E7-C8A7-4BB4-99323C38E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123" y="1825625"/>
            <a:ext cx="8029753" cy="3984625"/>
          </a:xfrm>
        </p:spPr>
      </p:pic>
    </p:spTree>
    <p:extLst>
      <p:ext uri="{BB962C8B-B14F-4D97-AF65-F5344CB8AC3E}">
        <p14:creationId xmlns:p14="http://schemas.microsoft.com/office/powerpoint/2010/main" val="228255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BEC7F3C-2FD7-375E-CC0E-8D1B47F1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59B307-BACE-0A36-6A00-EB3B66C5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Tìm kiếm sản phẩm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0BFF00-00B4-15D5-B914-CB9A12E2D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345" y="1825625"/>
            <a:ext cx="8073309" cy="3984625"/>
          </a:xfrm>
        </p:spPr>
      </p:pic>
    </p:spTree>
    <p:extLst>
      <p:ext uri="{BB962C8B-B14F-4D97-AF65-F5344CB8AC3E}">
        <p14:creationId xmlns:p14="http://schemas.microsoft.com/office/powerpoint/2010/main" val="161876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B9C7FF6-026F-76B8-24EF-528981DF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BD141E-22E9-1C7C-BB6F-71294288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6.chat box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51B860-BD75-3AB6-19B1-D5C0F7F21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175" y="1825625"/>
            <a:ext cx="2595649" cy="3984625"/>
          </a:xfrm>
        </p:spPr>
      </p:pic>
    </p:spTree>
    <p:extLst>
      <p:ext uri="{BB962C8B-B14F-4D97-AF65-F5344CB8AC3E}">
        <p14:creationId xmlns:p14="http://schemas.microsoft.com/office/powerpoint/2010/main" val="269499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B80CA67-A81A-B719-F44A-F7B40DC77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34" y="1825625"/>
            <a:ext cx="8016532" cy="398462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9BD5BBB-4562-4B59-A84B-1D866152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7.Giao diện ( Chi tiết sản phẩm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82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16100B5-9969-96F8-D58C-7FAED164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1D0AE8-74E2-2276-6F74-86A77256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8.Giao diện ( Giỏ hàng)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DD6C1A-9EEC-1115-A91E-474781A9A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536" y="1825625"/>
            <a:ext cx="7964927" cy="3984625"/>
          </a:xfrm>
        </p:spPr>
      </p:pic>
    </p:spTree>
    <p:extLst>
      <p:ext uri="{BB962C8B-B14F-4D97-AF65-F5344CB8AC3E}">
        <p14:creationId xmlns:p14="http://schemas.microsoft.com/office/powerpoint/2010/main" val="97038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3EC924-2336-55F3-204F-A56A079B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E2B21A-6953-3729-89CE-3DA451CF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9.Giao diện ( Tiến hành đặt hàng )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25E18C-1E4B-F395-9FBE-65E302AAC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621" y="1825625"/>
            <a:ext cx="8068757" cy="3984625"/>
          </a:xfrm>
        </p:spPr>
      </p:pic>
    </p:spTree>
    <p:extLst>
      <p:ext uri="{BB962C8B-B14F-4D97-AF65-F5344CB8AC3E}">
        <p14:creationId xmlns:p14="http://schemas.microsoft.com/office/powerpoint/2010/main" val="215439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5EC9FF-9C97-6C6D-30EB-939143FD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B30001-31C8-1107-BF4C-37BC1A38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10.Giao diện ( Mua ngay)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51A2C3-994D-E351-74CF-1A06B9449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42" y="1825625"/>
            <a:ext cx="8113115" cy="3984625"/>
          </a:xfrm>
        </p:spPr>
      </p:pic>
    </p:spTree>
    <p:extLst>
      <p:ext uri="{BB962C8B-B14F-4D97-AF65-F5344CB8AC3E}">
        <p14:creationId xmlns:p14="http://schemas.microsoft.com/office/powerpoint/2010/main" val="143152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2186E0-8AC7-8E56-0487-97F98833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A17489-BD20-D173-C5F5-4E7507B2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11.Giao diện ( Kiến thức 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7823CF-61EA-C700-D79E-9B4765970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997" y="1825625"/>
            <a:ext cx="8034005" cy="3984625"/>
          </a:xfrm>
        </p:spPr>
      </p:pic>
    </p:spTree>
    <p:extLst>
      <p:ext uri="{BB962C8B-B14F-4D97-AF65-F5344CB8AC3E}">
        <p14:creationId xmlns:p14="http://schemas.microsoft.com/office/powerpoint/2010/main" val="533571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9EC8DA-AB88-445E-A1A4-9540120C6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vi-VN" b="1" dirty="0">
                <a:latin typeface="+mj-lt"/>
              </a:rPr>
              <a:t>	1. Về mặt sản phẩm:</a:t>
            </a:r>
            <a:endParaRPr lang="vi-VN" dirty="0">
              <a:latin typeface="+mj-lt"/>
            </a:endParaRPr>
          </a:p>
          <a:p>
            <a:r>
              <a:rPr lang="vi-VN" b="1" dirty="0">
                <a:latin typeface="+mj-lt"/>
              </a:rPr>
              <a:t>Giao diện:</a:t>
            </a:r>
            <a:r>
              <a:rPr lang="vi-VN" dirty="0">
                <a:latin typeface="+mj-lt"/>
              </a:rPr>
              <a:t> Đẹp, thân thiện, mang đậm nét phong thủy và hiển thị tốt trên mọi thiết bị (Responsive).</a:t>
            </a:r>
          </a:p>
          <a:p>
            <a:r>
              <a:rPr lang="vi-VN" b="1" dirty="0">
                <a:latin typeface="+mj-lt"/>
              </a:rPr>
              <a:t>Chức năng:</a:t>
            </a:r>
            <a:r>
              <a:rPr lang="vi-VN" dirty="0">
                <a:latin typeface="+mj-lt"/>
              </a:rPr>
              <a:t> Hoàn thiện các tính năng mua hàng cơ bản (danh mục, chi tiết sản phẩm, giỏ hàng).</a:t>
            </a:r>
          </a:p>
          <a:p>
            <a:r>
              <a:rPr lang="vi-VN" b="1" dirty="0">
                <a:latin typeface="+mj-lt"/>
              </a:rPr>
              <a:t>Điểm nhấn:</a:t>
            </a:r>
            <a:r>
              <a:rPr lang="vi-VN" dirty="0">
                <a:latin typeface="+mj-lt"/>
              </a:rPr>
              <a:t> Có bộ lọc và tìm kiếm sản phẩm đặc thù theo yếu tố phong thủy.</a:t>
            </a:r>
          </a:p>
          <a:p>
            <a:pPr marL="0" indent="0">
              <a:buNone/>
            </a:pPr>
            <a:r>
              <a:rPr lang="vi-VN" b="1" dirty="0">
                <a:latin typeface="+mj-lt"/>
              </a:rPr>
              <a:t>	2. Về mặt kỹ năng:</a:t>
            </a:r>
            <a:endParaRPr lang="vi-VN" dirty="0">
              <a:latin typeface="+mj-lt"/>
            </a:endParaRPr>
          </a:p>
          <a:p>
            <a:r>
              <a:rPr lang="vi-VN" b="1" dirty="0">
                <a:latin typeface="+mj-lt"/>
              </a:rPr>
              <a:t>Phân tích &amp; Thiết kế:</a:t>
            </a:r>
            <a:r>
              <a:rPr lang="vi-VN" dirty="0">
                <a:latin typeface="+mj-lt"/>
              </a:rPr>
              <a:t> Áp dụng tốt lý thuyết vào thực tế, từ khâu yêu cầu đến thiết kế.</a:t>
            </a:r>
          </a:p>
          <a:p>
            <a:r>
              <a:rPr lang="vi-VN" b="1" dirty="0">
                <a:latin typeface="+mj-lt"/>
              </a:rPr>
              <a:t>Lập trình:</a:t>
            </a:r>
            <a:r>
              <a:rPr lang="vi-VN" dirty="0">
                <a:latin typeface="+mj-lt"/>
              </a:rPr>
              <a:t> Vận dụng thành thạo các công nghệ web (HTML, CSS, JavaScript, Bootstrap) để xây dựng hệ thống.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3D5A15-89D2-48D5-B5A8-ED8DE4FA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34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7C371F3-9064-78B8-49F1-6F5FE787D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thể mắc 1 số lỗi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chức năng thực hiện chưa có các tính năng nâng cao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thể bảo mật được thông tin người dùng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tối ưu được hiệu suất và tốc độ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các chức năng nâng cao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Nâng cấp hệ thống quản trị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9336C8-B10D-4076-B7DC-CD37D18D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HẠN CHẾ - HƯỚNG PHÁT TRIỂN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2674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213D2A-5BD2-4BFE-8B39-4EE08BEB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57400"/>
            <a:ext cx="6705600" cy="2163763"/>
          </a:xfrm>
        </p:spPr>
        <p:txBody>
          <a:bodyPr>
            <a:normAutofit/>
          </a:bodyPr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VÀ CÁC BẠN ĐÃ CHÚ Ý LẮNG NGHE !!!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9AECC-80CE-4D81-BF7F-DE69E4FE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C556A143-A743-4CF5-B10E-0BA94A85DFF9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228498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owerpoint 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Powerpoint v1</Template>
  <TotalTime>4121</TotalTime>
  <Words>520</Words>
  <Application>Microsoft Office PowerPoint</Application>
  <PresentationFormat>Widescreen</PresentationFormat>
  <Paragraphs>47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Template Powerpoint v1</vt:lpstr>
      <vt:lpstr>Báo cáo môn hoc  Hệ thống và công nghệ web</vt:lpstr>
      <vt:lpstr>ĐỀ TÀI: Website giới thiệu bán vật phẩm phong thủy</vt:lpstr>
      <vt:lpstr>Lý do chọn đề tài</vt:lpstr>
      <vt:lpstr>Giao diện 1.Giao diện (Đăng Nhập)</vt:lpstr>
      <vt:lpstr>Giao diện 2.Giao diện (Đăng ký)</vt:lpstr>
      <vt:lpstr>Giao diện 3.Giao diện (Trang chủ)</vt:lpstr>
      <vt:lpstr>Giao diện 4.Lọc sản phẩm</vt:lpstr>
      <vt:lpstr>Giao diện 5. Tìm kiếm sản phẩm</vt:lpstr>
      <vt:lpstr>Giao diện 6.chat box</vt:lpstr>
      <vt:lpstr>Giao diện 7.Giao diện ( Chi tiết sản phẩm )</vt:lpstr>
      <vt:lpstr>Giao diện 8.Giao diện ( Giỏ hàng)</vt:lpstr>
      <vt:lpstr>Giao diện 9.Giao diện ( Tiến hành đặt hàng )</vt:lpstr>
      <vt:lpstr>Giao diện 10.Giao diện ( Mua ngay)</vt:lpstr>
      <vt:lpstr>Giao diện 11.Giao diện ( Kiến thức )</vt:lpstr>
      <vt:lpstr>Kết luận</vt:lpstr>
      <vt:lpstr>HẠN CHẾ - HƯỚNG PHÁT TRIỂN</vt:lpstr>
      <vt:lpstr>CẢM ƠN THẦY VÀ CÁC BẠN ĐÃ CHÚ Ý LẮNG NGHE !!!</vt:lpstr>
    </vt:vector>
  </TitlesOfParts>
  <Company>Buena Vista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Assuming the Role of the Systems Analyst</dc:title>
  <dc:creator>BVU User</dc:creator>
  <cp:lastModifiedBy>pham hoang</cp:lastModifiedBy>
  <cp:revision>142</cp:revision>
  <dcterms:created xsi:type="dcterms:W3CDTF">2006-11-17T02:46:54Z</dcterms:created>
  <dcterms:modified xsi:type="dcterms:W3CDTF">2026-05-11T02:18:34Z</dcterms:modified>
</cp:coreProperties>
</file>